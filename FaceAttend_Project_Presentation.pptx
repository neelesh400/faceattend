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2563EB"/>
                </a:solidFill>
              </a:defRPr>
            </a:pPr>
            <a:r>
              <a:t>FACEATTEND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Face Recognition Attendance Management System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A Complete Technical Walkthrough of Architecture, OpenCV Biometrics, and Dual-Portal Implementation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Technology: Python Flask  |  OpenCV (Haar Cascade &amp; LBPH)  |  SQLite  |  Bootstrap 5 &amp;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The Challenge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Manual roll-call attendance is slow and error-prone.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Paper registers or RFID cards allow buddy punching (proxy attendance).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Cloud face-recognition APIs raise severe privacy concerns and require constant internet connectivity.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Difficulty for students to verify personal attendance records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Solution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FaceAttend: Automated, contactless facial biometric attendance system.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Processes faces 100% locally and offline on Windows without third-party cloud leaks.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Instant recognition in &lt; 1 second using standard webcam hardware.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Strict anti-proxy validation: only matching student biometrics are accepted.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Core Goals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Zero Duplicates: Guaranteed 1 attendance record per student per day.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Dual Separate Dashboards: Dedicated interfaces for Admin and Student.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Self-Attendance: Allows students to verify and mark attendance from their profile.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Audit &amp; Analytics: Complete reporting with CSV, Excel, and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Backend &amp; Server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Python 3.10+ / 3.14: Core programming language.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Flask 3.1: Lightweight, modular WSGI web application framework.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Blueprint Architecture: Isolated routing namespaces (/admin, /user, /api, /auth).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Werkzeug Security: Robust PBKDF2 with SHA-256 password hashing.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Computer Vision Engine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OpenCV (opencv-contrib-python): Local computer vision library.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Haar Cascade Classifier: High-speed real-time face detection.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LBPH Face Recognizer: Texture-based histogram classification.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NumPy: High-performance array and frame transformation.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Database &amp; Frontend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SQLite 3: Embedded ACID relational database with foreign keys &amp; indexes.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HTML5 &amp; WebRTC: Native navigator.mediaDevices for browser camera streaming.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Bootstrap 5.3 &amp; CSS3: Fully responsive layouts with dark/light themes.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Chart.js 4.4 &amp; OpenPyXL: Dynamic visualization and styled Excel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Face Registration Flow (Admin)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Admin selects student from enrolled registry.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Browser activates webcam via HTML5 getUserMedia.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Real-time Haar Cascade checks for single face.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Captures 5 to 6 normalized face crops (200x200 px).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5. Crops saved to database/faces/&lt;student_id&gt;/.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6. LBPH model trains automatically and writes face_model.xml.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7. Student biometric status changes to 'Enrolled'.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Attendance Marking Flow (Live)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Camera streams frames to /api/face/recognize.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Haar Cascade detects face and extracts normalized ROI.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LBPH model predicts student ID and confidence distance.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Validation: If distance &gt; threshold -&gt; Reject as 'Unknown Face'.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5. Anti-Proxy: If student portal, verifies scanned face matches logged-in user.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6. Duplicate Check: Checks if student already marked today.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7. Time Cutoff: Compares with 09:30 AM -&gt; Flags 'Present' or 'Late'.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8. Records saved to SQLite with audio-visual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Technique 1: OpenCV Haar Cascade Face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How Haar Cascade Works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Uses machine-learning object detection proposed by Paul Viola and Michael Jones.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Haar-like Features: Rectangular digital image features that analyze contrast gradients (e.g. eyes are darker than forehead).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Integral Images: Enables rapid calculation of rectangular feature sums in constant time O(1).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Adaboost Classifier: Selects the most critical facial features from thousands of candidates.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Cascade of Stages: Quickly eliminates non-face background windows in early stages to run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In-App Implementation &amp; Safety Checks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Model File: haarcascade_frontalface_default.xml loaded locally.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Parameters: scaleFactor=1.2, minNeighbors=5, minSize=(80, 80).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Three-Way Validation Gate: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0 Faces: 'No face detected. Please position face.'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&gt;1 Faces: 'Multiple faces detected. Ensure only one person is visible.'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1 Face: Bounding box extracted with safety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Technique 2: Face Normalization &amp; Lighting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6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The Illumination Challenge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Raw webcam images suffer from environmental variations: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Harsh directional sunlight vs dim classroom lighting.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Variable background noise and color shifts.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Differing distances from camera producing different face sizes.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Without normalization, recognition algorithms fail due to shadow intensity changes rather than facial differences.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Normalization Pipeline in FaceAttend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Grayscale Conversion: cv2.cvtColor(img, COLOR_BGR2GRAY) removes redundant color channels and focuses on facial geometry.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Histogram Equalization: cv2.equalizeHist(gray) stretches pixel contrast and flattens uneven lighting/shadows.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ROI Cropping with Margin: Adds 5% border around face bounding box to preserve jawline and hairline.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Standard Resizing: Rescales all face crops to exact 200x200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Technique 3: LBPH Face Recognition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7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What is LBPH?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LBPH = Local Binary Patterns Histograms.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Invented for texture analysis, later adapted for highly robust face recognition (Ahonen et al., 2006).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Unlike holistic methods (Eigenfaces) that look at the entire face at once, LBPH analyzes local micro-textures.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Configured in FaceAttend: radius=1, neighbors=8, grid_x=8, grid_y=8.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The 4-Step Mathematical Process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LBP Operator: Compares each pixel against its 8 neighbors. Neighbor &gt;= Center ? 1 : 0. Produces an 8-bit binary number.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Decimal Value: Converts binary number to decimal (0 to 255) for the pixel.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Grid Division: Divides 200x200 face into an 8x8 grid (64 sub-regions).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Histogram Concatenation: Calculates local histogram for each cell and concatenates them into one combined biometric feature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Technique 4: Distance Matching &amp; Unknown Face Rejection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8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Chi-Square Distance Metric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When an unknown face is captured, its LBPH histogram is computed.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OpenCV computes the Chi-Square distance between the query histogram and trained student prototypes.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Distance Meaning in LBPH: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Distance = 0: Exact theoretical match.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Distance 40 - 70: Strong biometric match.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Distance &gt; 75: Mismatch or unregistered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Threshold Decision Logic in FaceAttend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threshold = 75.0 (default, adjustable via Admin Settings slider).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If distance &lt;= threshold AND label in database: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-&gt; RECOGNIZED: Identity confirmed, marks attendance.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If distance &gt; threshold OR unregistered face: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-&gt; UNKNOWN FACE: Attendance is NOT recorded. Prompt to enroll.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Confidence calculation: match_pct = max(0, 100 - distance).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Dual Dashboard Architecture &amp;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9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Strict Role-Based Separation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The system enforces two completely distinct dashboard layouts: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Admin Dashboard (/admin/...): Institutional overview, student management, camera scanners, user roles, reports.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Student Dashboard (/user/...): Student-friendly theme, personal metrics, self-attendance, history, certificate report.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No Shared Single Dashboards: Navigation, templates, and backend controls are strictly isolated.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Backend Security Enforcement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Protected by Flask custom decorators in utils/auth_decorators.py: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@admin_required: Verifies session['role'] == 'ADMIN'. If student tries /admin/..., rejects with 'Access Denied' and redirects to student home.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@user_required: Verifies session['role'] == 'USER'.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@login_required: Redirects unauthenticated requests to login.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Permissions enforced at the controller level, not just by hiding UI buttons.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Administrator Capabilities &amp; Portal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10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Student &amp; Biometric Management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Student Directory: Add, edit, delete, and view enrolled students with course, semester, department filters.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Automatic User Provisioning: Creating a student automatically creates their matching portal login account.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Register Face Page (/admin/register-face): Live webcam capture with sample progress counter (0 to 6) and auto-training.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Delete Face Data: Admins can purge biometric samples and trigger model rebuild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Master Scanner &amp; User Accounts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Take Attendance Scanner (/admin/take-attendance): Continuous live kiosk camera recognizing students and displaying photo card.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Attendance Master Records: Search, filter by date/dept/status, manual override, and audit deletion.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User Management (/admin/users): Create users, disable/activate accounts, reset passwords.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Global Settings: Configure institute title, late cutoff time (e.g. 09:30 AM), and recognition sensitivity.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Student Self-Attendance &amp; Anti-Proxy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How Self-Attendance Works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Accessible via /user/mark-attendance or from Student Profile / Dashboard.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Student activates laptop or tablet webcam in their personal browser.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Scanner streams frame to /api/face/self-attendance.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System recognizes face AND performs identity cross-check: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Is recognized_student_id == session['student_id']?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Anti-Proxy &amp; Security Measures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Identity Match: If another student's face is scanned, system alerts: 'Face Mismatch! Scanned face does not match your profile.'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Unknown Person: If an unregistered person scans, attendance is denied.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Real-Time Status Update: Instant UI celebration card, sound chime, and today's status badge turns green.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Cutoff Check: Compares current time with cutoff to log Present or 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Duplicate Attendance Prevention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The Problem: Double Dipping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 camera-based systems, a student often remains in front of the lens for multiple seconds or returns later in the day.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Without protection, hundreds of duplicate rows flood the database, distorting attendance rates and reports.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Challenge: Prevent duplicates gracefully without crashing the camera 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Two-Tier Defense in FaceAttend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Tier 1: Application Logic Check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SELECT id FROM attendance WHERE student_id = ? AND attendance_date = 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If found: Returns 'already_marked' status -&gt; Shows 'Attendance Already Marked Today' alert.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Tier 2: Database Hard Constraint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CONSTRAINT unique_daily_attendance UNIQUE (student_id, attendance_date)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Even in race conditions, SQLite rejects duplicate daily insertions at the database engine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Analytics, Reports &amp; Export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Dynamic Real-Time Charts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All chart metrics calculated dynamically from SQLite (never hardcoded!):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7-Day Attendance Trend: Multi-line Chart.js showing Present, Late, and Absent daily curves.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Department Distribution: Bar chart comparing attendance volume across engineering branches.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 • Personal Attendance Donut: Student's personal attendance ratio with 75% compliance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Multi-Channel Export Options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CSV Export: Instant lightweight download of raw attendance logs for custom spreadsheets.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Excel Export (.xlsx): Styled workbooks created using openpyxl with formatted headers and color-coded status badges.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Print-Ready Transcripts: Clean window.print() CSS styles for official student attendance certificates.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Security Architecture &amp; Biometric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Biometric Privacy Protections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100% On-Premises: Face crops, LBPH model files, and encodings stay entirely on the local server.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Zero Cloud Leaks: No student photos or biometric tokens sent to third-party commercial APIs.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Right to Erasure (GDPR / Privacy Compliance): Admins can purge biometric records on request.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Encodings Protected: Raw biometric vectors are never exposed to frontend JavaScript.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Application Security Defenses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Password Hashing: Stored using PBKDF2 with SHA-256 (Werkzeug security).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SQL Injection Prevention: 100% of SQLite database queries use parameterized SQL statements (?, ?).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HttpOnly Sessions: Prevents session hijacking via cross-site scripting.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Automated Test Coverage: 14/14 automated unit tests verifying authentication, biometrics, and RBAC.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FACEATTEND PROJECT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Summary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FaceAttend — Automated Biometric Attendance System  |  Slide 15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What We Achieved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Complete full-stack working biometric attendance system.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High accuracy, rapid recognition (&lt; 1s) with zero external GPU requirements.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Dual role-based dashboards with total separation between Admin and Student.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Complete duplicate prevention and anti-proxy self-attendance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Verified with 14 automated unit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Liveness Detection: Implement blink detection or infrared depth sensing to prevent photo spoofing.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RTSP IP Camera Integration: Multi-camera continuous hallway scanning.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Mobile App: Progressive Web App (PWA) with geofencing check-in.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Automated Notifications: Email / SMS alerts to students with low attendance (&lt; 75%).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